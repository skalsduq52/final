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A0BF9-45D2-4877-8B2B-745452891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B23F2C-FA00-4F91-93A9-C5AC2C19B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1837EC-AF9C-4BC6-A446-28678936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E8A44E-F82E-4543-A4D8-ACC876D2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29091-8E36-48FF-B853-7834B85F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86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FA170-1B95-4286-AE1A-88875749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B9F9E3-4A67-48C0-A170-7C0F2676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71214-9E41-4046-860C-A815491E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4B7E21-7501-4062-BEDF-05AB204C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06473-E466-47A4-BA0C-A64321C3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2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6048E-7BB3-4F40-8DB8-D5BF72D7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53CC9-A61F-4280-B6A3-0BAD93649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BF9874-3F2A-4F7F-9FA6-BEC977F4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BCA091-CF5D-4D47-A753-EBF4327C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69F3D-4D73-49E9-96F6-ADDFB052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6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F1762-CAF1-4389-8788-09755F1E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B1562-F19A-4C3C-9C08-5B262DE04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799886-40CF-4BDC-B79F-D811CFF58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EA6CE-A4E6-45D1-A3DD-A5FF7104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692388-345A-4811-AF78-37DDB826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677283-02DB-4B89-9E45-09C9223D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29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6BC11-D39A-4B6C-9F0F-86DC174C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7B5C84-CA9A-4815-81E9-A43F5E5D8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77FC2D-8BA2-4419-9F19-F3252409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1B46A2-93AE-4A7C-87E5-ACF681539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BDFD08-78E7-447F-85C4-9CEB7B941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005F42-7405-437B-8E8E-CA6B2913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B4B952-D699-4DA3-94BD-CCED5123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291D74-3CB1-45CD-ADB8-999508A8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99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93F23-A2F9-4F4A-8B57-CAD4D37D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235E7F-78CD-42C6-B04B-AA15A3A7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3A1792-A824-405A-B4C7-44707C88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EAB965-821C-4A05-AF7B-7F9B1C3D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53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2972AC-28A5-405E-8C94-FEF33BD7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641E0B-C99D-4EBB-BAD3-E60DF5D3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E1AA2B-7D5B-4146-A8E2-4E9D3D36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33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ACD98-2AEF-4917-BC74-56CA42D5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FC3B9E-EF0F-4D0F-A4D9-6E572422A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476340-F6F2-40EF-AC30-FDFFD4A7E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173458-012B-4592-B121-FCC9F152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DC164-FA11-474D-B8C2-2A3AB0F9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31E2C-657A-411C-8355-4993C896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4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4138E-CD53-4D60-94E3-99D8544D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2D8C80-AFC0-4DCB-B1D4-B982FA1E3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FC05AC-8366-4559-ADBC-841B82C14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28A230-6F4A-4F36-A3AD-9A719259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36E3C2-1DD2-465C-A363-2F4C5240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0C4997-1F15-4C08-AE9A-88B64E77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52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2E1B3-9D65-4C8C-A583-8F379FF3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70764F-62D7-44DF-A677-809D4DE1B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C73F8-A39B-4205-B87B-D589D91A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A6947B-E660-416B-ABD1-33ECBB83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91CAE-DA31-44B2-9886-DCA26C63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5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1E362B-E366-4ED4-8A19-C0FE5AA5A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28F394-EFBF-403F-B023-315966837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9A92-1F97-4DAB-A152-3DEBDC5B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68C3B8-A08C-4E02-B992-1EEF446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045D2-F2F4-4F25-B99A-85CE9CA4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57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729672-950F-4ECC-AB38-5A9961AA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79D454-5428-46FC-808F-9EB7C9AA8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CD5AB-F66E-4A59-98B4-C3D74E28C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E700B-12C6-423C-8A51-319DB13235EF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800F9-EC90-4D52-A0FC-5A951A61E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5BD58D-B873-4D59-987F-60024CB86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A8E8E-B306-47D3-8D09-10F1AACEE5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64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48C21E6-6AC4-4900-B174-CCFA2FE75868}"/>
              </a:ext>
            </a:extLst>
          </p:cNvPr>
          <p:cNvSpPr/>
          <p:nvPr/>
        </p:nvSpPr>
        <p:spPr>
          <a:xfrm>
            <a:off x="4217539" y="266700"/>
            <a:ext cx="2964495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대표이사</a:t>
            </a:r>
            <a:r>
              <a:rPr lang="en-US" altLang="ko-KR" dirty="0"/>
              <a:t>(</a:t>
            </a:r>
            <a:r>
              <a:rPr lang="ko-KR" altLang="en-US" dirty="0" err="1"/>
              <a:t>안태민</a:t>
            </a:r>
            <a:r>
              <a:rPr lang="ko-KR" altLang="en-US" dirty="0"/>
              <a:t> </a:t>
            </a:r>
            <a:r>
              <a:rPr lang="en-US" altLang="ko-KR" dirty="0" err="1"/>
              <a:t>si</a:t>
            </a:r>
            <a:r>
              <a:rPr lang="en-US" altLang="ko-KR" dirty="0"/>
              <a:t> 1</a:t>
            </a:r>
            <a:r>
              <a:rPr lang="ko-KR" altLang="en-US" dirty="0" err="1"/>
              <a:t>년차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B0C000-E42D-4298-A02F-6EF426DCC84A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474841" y="1028700"/>
            <a:ext cx="224946" cy="471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415A723-E1B4-4053-8D8F-21D899C152DA}"/>
              </a:ext>
            </a:extLst>
          </p:cNvPr>
          <p:cNvCxnSpPr/>
          <p:nvPr/>
        </p:nvCxnSpPr>
        <p:spPr>
          <a:xfrm>
            <a:off x="1899821" y="1500326"/>
            <a:ext cx="7830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49D27AB-A223-454A-85AF-38BC61CDCCF9}"/>
              </a:ext>
            </a:extLst>
          </p:cNvPr>
          <p:cNvCxnSpPr/>
          <p:nvPr/>
        </p:nvCxnSpPr>
        <p:spPr>
          <a:xfrm>
            <a:off x="1899821" y="1500326"/>
            <a:ext cx="0" cy="11452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1DC703-D6CB-4949-8D27-935145B2EC87}"/>
              </a:ext>
            </a:extLst>
          </p:cNvPr>
          <p:cNvCxnSpPr/>
          <p:nvPr/>
        </p:nvCxnSpPr>
        <p:spPr>
          <a:xfrm>
            <a:off x="4696287" y="1500326"/>
            <a:ext cx="0" cy="1145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F110E6B-83FA-4EB3-9D47-03B059D36A4A}"/>
              </a:ext>
            </a:extLst>
          </p:cNvPr>
          <p:cNvCxnSpPr/>
          <p:nvPr/>
        </p:nvCxnSpPr>
        <p:spPr>
          <a:xfrm>
            <a:off x="9729926" y="1500326"/>
            <a:ext cx="0" cy="121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02F7F4-5926-4C39-AD0E-641F93823CCF}"/>
              </a:ext>
            </a:extLst>
          </p:cNvPr>
          <p:cNvSpPr/>
          <p:nvPr/>
        </p:nvSpPr>
        <p:spPr>
          <a:xfrm>
            <a:off x="1189608" y="2183907"/>
            <a:ext cx="1518079" cy="845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개발본부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C2DC04-A640-4D3E-BB51-EEC8B690E1B4}"/>
              </a:ext>
            </a:extLst>
          </p:cNvPr>
          <p:cNvSpPr/>
          <p:nvPr/>
        </p:nvSpPr>
        <p:spPr>
          <a:xfrm>
            <a:off x="3910616" y="2192779"/>
            <a:ext cx="1518079" cy="845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영업본부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477057-7FF5-4297-BFBD-7F6308FE2432}"/>
              </a:ext>
            </a:extLst>
          </p:cNvPr>
          <p:cNvSpPr/>
          <p:nvPr/>
        </p:nvSpPr>
        <p:spPr>
          <a:xfrm>
            <a:off x="9021955" y="2228297"/>
            <a:ext cx="1415941" cy="845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지원본부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D48F269-74B0-4728-809F-7E6E04CEFA33}"/>
              </a:ext>
            </a:extLst>
          </p:cNvPr>
          <p:cNvCxnSpPr/>
          <p:nvPr/>
        </p:nvCxnSpPr>
        <p:spPr>
          <a:xfrm>
            <a:off x="7234201" y="1500326"/>
            <a:ext cx="0" cy="121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BE8A0F-7C97-43A3-B642-FA297D38D463}"/>
              </a:ext>
            </a:extLst>
          </p:cNvPr>
          <p:cNvSpPr/>
          <p:nvPr/>
        </p:nvSpPr>
        <p:spPr>
          <a:xfrm>
            <a:off x="6526230" y="2228297"/>
            <a:ext cx="1415941" cy="845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운영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39B387-78E5-4483-A3B6-81703EFBAB40}"/>
              </a:ext>
            </a:extLst>
          </p:cNvPr>
          <p:cNvSpPr txBox="1"/>
          <p:nvPr/>
        </p:nvSpPr>
        <p:spPr>
          <a:xfrm>
            <a:off x="758898" y="3157751"/>
            <a:ext cx="14205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장 최민재</a:t>
            </a:r>
            <a:endParaRPr lang="en-US" altLang="ko-KR" dirty="0"/>
          </a:p>
          <a:p>
            <a:r>
              <a:rPr lang="ko-KR" altLang="en-US" dirty="0"/>
              <a:t>사원 이미진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손흥민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김덕배</a:t>
            </a:r>
            <a:endParaRPr lang="en-US" altLang="ko-KR" dirty="0"/>
          </a:p>
          <a:p>
            <a:r>
              <a:rPr lang="ko-KR" altLang="en-US" dirty="0"/>
              <a:t>사원 </a:t>
            </a:r>
            <a:r>
              <a:rPr lang="ko-KR" altLang="en-US" dirty="0" err="1"/>
              <a:t>황의조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0076D-C2F9-49FB-9F15-D09F0C36B8AF}"/>
              </a:ext>
            </a:extLst>
          </p:cNvPr>
          <p:cNvSpPr txBox="1"/>
          <p:nvPr/>
        </p:nvSpPr>
        <p:spPr>
          <a:xfrm>
            <a:off x="3746883" y="3244334"/>
            <a:ext cx="14205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장 김우영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이청용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박지성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아이유</a:t>
            </a:r>
            <a:endParaRPr lang="en-US" altLang="ko-KR" dirty="0"/>
          </a:p>
          <a:p>
            <a:r>
              <a:rPr lang="ko-KR" altLang="en-US" dirty="0"/>
              <a:t>사원 배수지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46D92-8E19-410D-9A93-6C721E2BE9E0}"/>
              </a:ext>
            </a:extLst>
          </p:cNvPr>
          <p:cNvSpPr txBox="1"/>
          <p:nvPr/>
        </p:nvSpPr>
        <p:spPr>
          <a:xfrm>
            <a:off x="6526230" y="3244334"/>
            <a:ext cx="14205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장 </a:t>
            </a:r>
            <a:r>
              <a:rPr lang="ko-KR" altLang="en-US" dirty="0" err="1"/>
              <a:t>홍수명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기성용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/>
              <a:t>손연재</a:t>
            </a:r>
            <a:endParaRPr lang="en-US" altLang="ko-KR" dirty="0"/>
          </a:p>
          <a:p>
            <a:r>
              <a:rPr lang="ko-KR" altLang="en-US" dirty="0"/>
              <a:t>사원</a:t>
            </a:r>
            <a:r>
              <a:rPr lang="en-US" altLang="ko-KR" dirty="0"/>
              <a:t> </a:t>
            </a:r>
            <a:r>
              <a:rPr lang="ko-KR" altLang="en-US" dirty="0" err="1"/>
              <a:t>지소연</a:t>
            </a:r>
            <a:endParaRPr lang="en-US" altLang="ko-KR" dirty="0"/>
          </a:p>
          <a:p>
            <a:r>
              <a:rPr lang="ko-KR" altLang="en-US" dirty="0"/>
              <a:t>사원 조민아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E48046-4215-435D-B672-8EFCA1EF67A6}"/>
              </a:ext>
            </a:extLst>
          </p:cNvPr>
          <p:cNvSpPr txBox="1"/>
          <p:nvPr/>
        </p:nvSpPr>
        <p:spPr>
          <a:xfrm>
            <a:off x="8788801" y="3515462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인사팀장 </a:t>
            </a:r>
            <a:r>
              <a:rPr lang="ko-KR" altLang="en-US" dirty="0" err="1"/>
              <a:t>나민엽</a:t>
            </a:r>
            <a:endParaRPr lang="en-US" altLang="ko-KR" dirty="0"/>
          </a:p>
          <a:p>
            <a:r>
              <a:rPr lang="ko-KR" altLang="en-US" dirty="0"/>
              <a:t>인사사원 김연아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9DC994-D021-4990-A3A5-FC68FA5CA250}"/>
              </a:ext>
            </a:extLst>
          </p:cNvPr>
          <p:cNvSpPr txBox="1"/>
          <p:nvPr/>
        </p:nvSpPr>
        <p:spPr>
          <a:xfrm>
            <a:off x="8788801" y="4150172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회계팀장 </a:t>
            </a:r>
            <a:r>
              <a:rPr lang="ko-KR" altLang="en-US" dirty="0" err="1"/>
              <a:t>최낙도</a:t>
            </a:r>
            <a:endParaRPr lang="en-US" altLang="ko-KR" dirty="0"/>
          </a:p>
          <a:p>
            <a:r>
              <a:rPr lang="ko-KR" altLang="en-US" dirty="0"/>
              <a:t>회계사원 </a:t>
            </a:r>
            <a:r>
              <a:rPr lang="ko-KR" altLang="en-US" dirty="0" err="1"/>
              <a:t>포그바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61CE0-19C6-4903-8BDE-7C3EAE363B9A}"/>
              </a:ext>
            </a:extLst>
          </p:cNvPr>
          <p:cNvSpPr txBox="1"/>
          <p:nvPr/>
        </p:nvSpPr>
        <p:spPr>
          <a:xfrm>
            <a:off x="8788800" y="4711322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마케팀장</a:t>
            </a:r>
            <a:r>
              <a:rPr lang="ko-KR" altLang="en-US" dirty="0"/>
              <a:t> 박병우</a:t>
            </a:r>
            <a:endParaRPr lang="en-US" altLang="ko-KR" dirty="0"/>
          </a:p>
          <a:p>
            <a:r>
              <a:rPr lang="ko-KR" altLang="en-US" dirty="0" err="1"/>
              <a:t>마케사원</a:t>
            </a:r>
            <a:r>
              <a:rPr lang="ko-KR" altLang="en-US" dirty="0"/>
              <a:t> </a:t>
            </a:r>
            <a:r>
              <a:rPr lang="ko-KR" altLang="en-US" dirty="0" err="1"/>
              <a:t>황희찬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87A3DE-595B-47A0-AC7C-EAA4B7395C96}"/>
              </a:ext>
            </a:extLst>
          </p:cNvPr>
          <p:cNvSpPr txBox="1"/>
          <p:nvPr/>
        </p:nvSpPr>
        <p:spPr>
          <a:xfrm>
            <a:off x="8904218" y="31577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장</a:t>
            </a:r>
            <a:r>
              <a:rPr lang="en-US" altLang="ko-KR" dirty="0"/>
              <a:t>  </a:t>
            </a:r>
            <a:r>
              <a:rPr lang="ko-KR" altLang="en-US" dirty="0"/>
              <a:t>김재윤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575F5-EF43-47FA-AB71-846A5AF10E5F}"/>
              </a:ext>
            </a:extLst>
          </p:cNvPr>
          <p:cNvSpPr txBox="1"/>
          <p:nvPr/>
        </p:nvSpPr>
        <p:spPr>
          <a:xfrm>
            <a:off x="8788800" y="5406308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고객팀장 신세경</a:t>
            </a:r>
            <a:endParaRPr lang="en-US" altLang="ko-KR" dirty="0"/>
          </a:p>
          <a:p>
            <a:r>
              <a:rPr lang="ko-KR" altLang="en-US" dirty="0"/>
              <a:t>고객사원 김연경</a:t>
            </a:r>
          </a:p>
        </p:txBody>
      </p:sp>
    </p:spTree>
    <p:extLst>
      <p:ext uri="{BB962C8B-B14F-4D97-AF65-F5344CB8AC3E}">
        <p14:creationId xmlns:p14="http://schemas.microsoft.com/office/powerpoint/2010/main" val="107777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na</dc:creator>
  <cp:lastModifiedBy>na</cp:lastModifiedBy>
  <cp:revision>2</cp:revision>
  <dcterms:created xsi:type="dcterms:W3CDTF">2021-03-12T01:08:01Z</dcterms:created>
  <dcterms:modified xsi:type="dcterms:W3CDTF">2021-03-12T05:40:31Z</dcterms:modified>
</cp:coreProperties>
</file>